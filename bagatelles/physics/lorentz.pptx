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>
        <p:guide orient="horz" pos="3022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01E21-F38F-FBFB-96DE-3D9E76E3C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9FA2FA6-BBE7-A5CD-7AA7-F49EDE1A0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2BEE75-2197-9E45-8F83-3942204D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32ABA5-E458-C364-CBF2-47825DFE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A9FEB3-DBDD-42A9-5128-CF1EE9B4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15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9DF45-7EFA-93FD-4564-2C753BF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2C12EC-A61E-300E-634A-E58C6E95B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3D7A00-B149-70AF-8E01-DC1391B43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C0F78C-588E-3D84-9870-6ECFEFB6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CC5D25-6D6D-3CAA-0400-C49B9F43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34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262E0-3A0A-D633-46D4-A7BC30CD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00B67A-2CEC-3544-3C4A-F5A8397CF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C33D2-F475-9F28-DED0-E1BB4C58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1B55E5-5A65-55D7-FBF6-A8E82994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79A6CE-BD60-88F0-652F-B2A75AE1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87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C14E5C-183B-7DB9-4D5E-8C5EDF8A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B47E6A-0D59-7BF2-2226-BFE179256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DEA22F-BE7E-EAA4-F257-11F47A93A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218088-5BF5-52E4-88C9-F781E9EE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954D6E-D309-8E50-BC63-719274EB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B7B2F3-EA1C-1550-4EE6-5C835E71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12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48B71-2343-F9D2-5526-1CF9D98BD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7D11CE-F636-4B78-6C93-8812DEEED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F4D37F-DE31-DA17-662A-C11421CFE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7995FE3-DB45-36CB-7622-D944FFC69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8FE9D7C-2612-52CF-ACC4-4B792393F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970CB2-8844-13FA-E7F4-6888BD77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1F1ECD-EF38-5E14-4F4D-FC89489A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ED3DBA9-C399-C890-23DB-0AFE155E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75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B64C6-3B58-EA93-711A-304C7583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402991-A675-16DC-2EDE-D3C4820E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2FAEA52-66D9-CEE2-8AB3-7DD8D322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185C16-C587-098C-CBCB-DEC03279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1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AEFA9C-D429-3588-54C8-C90FD0E6D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349C15-5956-6C7B-27E8-463553DE7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715523-C680-E23F-3368-DE61A654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687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548A0-FD65-F647-6CB9-7B289AEB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389559-C109-6982-A251-932C0C3AC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D9F4A7-F31E-CBE0-626E-08B3D74AC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71F72A-AD8C-95FF-BF20-C2DB7467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510072-033C-956B-2C5E-EE3607A2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B8C394-5D15-8306-AA66-82E80671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115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EDBEB-7F60-847D-7E4F-ADCC07B2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EDCA4A-B889-DA6A-C771-FD64DED1B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E2C41F-6498-C490-50BB-2A1B59D93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8BDBF7-8F14-3DAF-5150-76849C0C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A46AF5-0867-87C8-D67D-05022FA1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FC5268-5352-3C0A-2079-5B33316F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599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FC7D5-41DF-8324-7203-A5BDF5F5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011941-55EF-AA5E-3DAD-B1188F5BA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925249-9DC9-9AD8-75F7-8AF47471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90A240-0847-71A6-B4E9-164603B1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D5E611-7247-4A9C-7BA2-6869591F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142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48CE96E-872D-BF5D-CBD4-993ED60E0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AFE613-FE74-61CE-D6A9-569B88B53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E29F2-7D7B-2FE0-EB24-CE06D617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A3D047-B9DB-E5EC-A4E1-74810867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2BAAF2-A2B6-DBE8-E480-7FE1876C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625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5CEB5F-4B3C-ECA5-1229-BFB386DF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89DDB7-A45A-B465-F152-E76258233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BE9E3D-86C4-E274-7DCA-014D72EBB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4639C-BFF4-6B4F-BCC6-492C344C8E39}" type="datetimeFigureOut">
              <a:rPr lang="de-DE" smtClean="0"/>
              <a:t>30.07.26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4EDA2E-7C05-C388-984E-DE81BD0BC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2253E3-6A12-7049-C236-914A8F1EF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B8D89-4AFB-034D-BFBA-2A5781E176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13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1B86027F-B4E5-3AD9-335E-9E76CC4156A6}"/>
              </a:ext>
            </a:extLst>
          </p:cNvPr>
          <p:cNvGrpSpPr/>
          <p:nvPr/>
        </p:nvGrpSpPr>
        <p:grpSpPr>
          <a:xfrm>
            <a:off x="2732567" y="1616149"/>
            <a:ext cx="3859619" cy="1935125"/>
            <a:chOff x="2732567" y="1616149"/>
            <a:chExt cx="3859619" cy="1935125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EFAAFB7B-6459-565C-E28C-6FA4C8C027F6}"/>
                </a:ext>
              </a:extLst>
            </p:cNvPr>
            <p:cNvCxnSpPr/>
            <p:nvPr/>
          </p:nvCxnSpPr>
          <p:spPr>
            <a:xfrm>
              <a:off x="2732567" y="3168502"/>
              <a:ext cx="38596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8">
              <a:extLst>
                <a:ext uri="{FF2B5EF4-FFF2-40B4-BE49-F238E27FC236}">
                  <a16:creationId xmlns:a16="http://schemas.microsoft.com/office/drawing/2014/main" id="{2FEA3C4E-E219-E41E-7F36-AF7703C7F9D3}"/>
                </a:ext>
              </a:extLst>
            </p:cNvPr>
            <p:cNvCxnSpPr/>
            <p:nvPr/>
          </p:nvCxnSpPr>
          <p:spPr>
            <a:xfrm>
              <a:off x="3072809" y="2062706"/>
              <a:ext cx="16480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10">
              <a:extLst>
                <a:ext uri="{FF2B5EF4-FFF2-40B4-BE49-F238E27FC236}">
                  <a16:creationId xmlns:a16="http://schemas.microsoft.com/office/drawing/2014/main" id="{D6BA373C-215C-9216-970B-F6E0C85BAEC9}"/>
                </a:ext>
              </a:extLst>
            </p:cNvPr>
            <p:cNvCxnSpPr>
              <a:cxnSpLocks/>
            </p:cNvCxnSpPr>
            <p:nvPr/>
          </p:nvCxnSpPr>
          <p:spPr>
            <a:xfrm>
              <a:off x="3072809" y="1964115"/>
              <a:ext cx="0" cy="197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12">
              <a:extLst>
                <a:ext uri="{FF2B5EF4-FFF2-40B4-BE49-F238E27FC236}">
                  <a16:creationId xmlns:a16="http://schemas.microsoft.com/office/drawing/2014/main" id="{B1320DC3-8899-1A9A-4DBF-DFC32B29CF6D}"/>
                </a:ext>
              </a:extLst>
            </p:cNvPr>
            <p:cNvCxnSpPr>
              <a:cxnSpLocks/>
            </p:cNvCxnSpPr>
            <p:nvPr/>
          </p:nvCxnSpPr>
          <p:spPr>
            <a:xfrm>
              <a:off x="4720856" y="1967659"/>
              <a:ext cx="0" cy="197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6E6CDB13-3090-FE08-FB71-EE5DACF4A559}"/>
                </a:ext>
              </a:extLst>
            </p:cNvPr>
            <p:cNvCxnSpPr>
              <a:cxnSpLocks/>
            </p:cNvCxnSpPr>
            <p:nvPr/>
          </p:nvCxnSpPr>
          <p:spPr>
            <a:xfrm>
              <a:off x="3072809" y="3076999"/>
              <a:ext cx="0" cy="197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14">
              <a:extLst>
                <a:ext uri="{FF2B5EF4-FFF2-40B4-BE49-F238E27FC236}">
                  <a16:creationId xmlns:a16="http://schemas.microsoft.com/office/drawing/2014/main" id="{3370531B-1F4A-2753-AB39-90C9D731EF73}"/>
                </a:ext>
              </a:extLst>
            </p:cNvPr>
            <p:cNvCxnSpPr>
              <a:cxnSpLocks/>
            </p:cNvCxnSpPr>
            <p:nvPr/>
          </p:nvCxnSpPr>
          <p:spPr>
            <a:xfrm>
              <a:off x="4738577" y="3069911"/>
              <a:ext cx="0" cy="197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5">
              <a:extLst>
                <a:ext uri="{FF2B5EF4-FFF2-40B4-BE49-F238E27FC236}">
                  <a16:creationId xmlns:a16="http://schemas.microsoft.com/office/drawing/2014/main" id="{94826E42-6206-A164-422D-0F4D9780D745}"/>
                </a:ext>
              </a:extLst>
            </p:cNvPr>
            <p:cNvCxnSpPr>
              <a:cxnSpLocks/>
            </p:cNvCxnSpPr>
            <p:nvPr/>
          </p:nvCxnSpPr>
          <p:spPr>
            <a:xfrm>
              <a:off x="5358807" y="3072805"/>
              <a:ext cx="0" cy="197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6">
              <a:extLst>
                <a:ext uri="{FF2B5EF4-FFF2-40B4-BE49-F238E27FC236}">
                  <a16:creationId xmlns:a16="http://schemas.microsoft.com/office/drawing/2014/main" id="{B60FC2CE-4A5E-3132-F250-070FF7CF3340}"/>
                </a:ext>
              </a:extLst>
            </p:cNvPr>
            <p:cNvCxnSpPr>
              <a:cxnSpLocks/>
            </p:cNvCxnSpPr>
            <p:nvPr/>
          </p:nvCxnSpPr>
          <p:spPr>
            <a:xfrm>
              <a:off x="4720856" y="2534087"/>
              <a:ext cx="6379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5D0833DA-902D-FCF3-4388-03CC4C472D94}"/>
                </a:ext>
              </a:extLst>
            </p:cNvPr>
            <p:cNvCxnSpPr>
              <a:cxnSpLocks/>
            </p:cNvCxnSpPr>
            <p:nvPr/>
          </p:nvCxnSpPr>
          <p:spPr>
            <a:xfrm>
              <a:off x="4720856" y="2435496"/>
              <a:ext cx="0" cy="197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120A31F2-E083-2DF5-EBEA-C1B5457098B8}"/>
                </a:ext>
              </a:extLst>
            </p:cNvPr>
            <p:cNvCxnSpPr>
              <a:cxnSpLocks/>
            </p:cNvCxnSpPr>
            <p:nvPr/>
          </p:nvCxnSpPr>
          <p:spPr>
            <a:xfrm>
              <a:off x="5348175" y="2435496"/>
              <a:ext cx="0" cy="197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1D0B636-3ECA-CE77-BEA1-DC3291FB99FE}"/>
                </a:ext>
              </a:extLst>
            </p:cNvPr>
            <p:cNvSpPr txBox="1"/>
            <p:nvPr/>
          </p:nvSpPr>
          <p:spPr>
            <a:xfrm>
              <a:off x="2967449" y="2872570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/>
                <a:t>y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7B3DA1EA-C4BE-14DE-1DA3-83630001A46B}"/>
                </a:ext>
              </a:extLst>
            </p:cNvPr>
            <p:cNvSpPr txBox="1"/>
            <p:nvPr/>
          </p:nvSpPr>
          <p:spPr>
            <a:xfrm>
              <a:off x="3185981" y="1818549"/>
              <a:ext cx="6495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y</a:t>
              </a:r>
              <a:r>
                <a:rPr lang="de-DE" sz="1000" dirty="0"/>
                <a:t>‘ = </a:t>
              </a:r>
              <a:r>
                <a:rPr lang="de-DE" sz="1000" dirty="0" err="1"/>
                <a:t>y</a:t>
              </a:r>
              <a:r>
                <a:rPr lang="de-DE" sz="1000" dirty="0"/>
                <a:t> - </a:t>
              </a:r>
              <a:r>
                <a:rPr lang="de-DE" sz="1000" dirty="0" err="1"/>
                <a:t>vt</a:t>
              </a:r>
              <a:endParaRPr lang="de-DE" sz="1000" dirty="0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9892321-AED5-CF3C-B7F3-F67E453F4A21}"/>
                </a:ext>
              </a:extLst>
            </p:cNvPr>
            <p:cNvSpPr txBox="1"/>
            <p:nvPr/>
          </p:nvSpPr>
          <p:spPr>
            <a:xfrm>
              <a:off x="5245635" y="2872570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/>
                <a:t>x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4B05D202-8B34-A979-CBF4-19F90422221C}"/>
                </a:ext>
              </a:extLst>
            </p:cNvPr>
            <p:cNvSpPr txBox="1"/>
            <p:nvPr/>
          </p:nvSpPr>
          <p:spPr>
            <a:xfrm>
              <a:off x="4618557" y="2872570"/>
              <a:ext cx="2840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vt</a:t>
              </a:r>
              <a:endParaRPr lang="de-DE" sz="1000" dirty="0"/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3F4B3715-D21A-BDDD-3D7D-DF5963434756}"/>
                </a:ext>
              </a:extLst>
            </p:cNvPr>
            <p:cNvSpPr txBox="1"/>
            <p:nvPr/>
          </p:nvSpPr>
          <p:spPr>
            <a:xfrm>
              <a:off x="4692729" y="2296868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/>
                <a:t>x‘ = x - </a:t>
              </a:r>
              <a:r>
                <a:rPr lang="de-DE" sz="1000" dirty="0" err="1"/>
                <a:t>vt</a:t>
              </a:r>
              <a:endParaRPr lang="de-DE" sz="1000" dirty="0"/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C2032717-E086-62F4-98D2-5DB59DAA0230}"/>
                </a:ext>
              </a:extLst>
            </p:cNvPr>
            <p:cNvSpPr txBox="1"/>
            <p:nvPr/>
          </p:nvSpPr>
          <p:spPr>
            <a:xfrm>
              <a:off x="4107947" y="287257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/>
                <a:t>0</a:t>
              </a:r>
            </a:p>
          </p:txBody>
        </p:sp>
        <p:cxnSp>
          <p:nvCxnSpPr>
            <p:cNvPr id="32" name="Gerade Verbindung 31">
              <a:extLst>
                <a:ext uri="{FF2B5EF4-FFF2-40B4-BE49-F238E27FC236}">
                  <a16:creationId xmlns:a16="http://schemas.microsoft.com/office/drawing/2014/main" id="{259977F3-A405-DA7D-5D02-C9EA31DEC474}"/>
                </a:ext>
              </a:extLst>
            </p:cNvPr>
            <p:cNvCxnSpPr>
              <a:cxnSpLocks/>
            </p:cNvCxnSpPr>
            <p:nvPr/>
          </p:nvCxnSpPr>
          <p:spPr>
            <a:xfrm>
              <a:off x="4107947" y="1616149"/>
              <a:ext cx="30584" cy="19351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481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47B8-385F-9B35-6314-A7467AED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29">
            <a:extLst>
              <a:ext uri="{FF2B5EF4-FFF2-40B4-BE49-F238E27FC236}">
                <a16:creationId xmlns:a16="http://schemas.microsoft.com/office/drawing/2014/main" id="{441CE82A-4FED-D7A0-929F-C48DF4ED05D3}"/>
              </a:ext>
            </a:extLst>
          </p:cNvPr>
          <p:cNvSpPr txBox="1"/>
          <p:nvPr/>
        </p:nvSpPr>
        <p:spPr>
          <a:xfrm>
            <a:off x="6387844" y="2908198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L = 𝜏</a:t>
            </a: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2ECE7B5B-C075-6D16-5453-1C26EAC3D628}"/>
              </a:ext>
            </a:extLst>
          </p:cNvPr>
          <p:cNvCxnSpPr>
            <a:cxnSpLocks/>
          </p:cNvCxnSpPr>
          <p:nvPr/>
        </p:nvCxnSpPr>
        <p:spPr>
          <a:xfrm>
            <a:off x="6396922" y="2030175"/>
            <a:ext cx="0" cy="1386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FA38A1D-9C45-DD99-968D-77B44692D6FB}"/>
              </a:ext>
            </a:extLst>
          </p:cNvPr>
          <p:cNvCxnSpPr>
            <a:cxnSpLocks/>
          </p:cNvCxnSpPr>
          <p:nvPr/>
        </p:nvCxnSpPr>
        <p:spPr>
          <a:xfrm flipV="1">
            <a:off x="5688950" y="2030175"/>
            <a:ext cx="698894" cy="1386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D6C49E83-712F-8B6E-A0D1-0DE8A91C0A39}"/>
              </a:ext>
            </a:extLst>
          </p:cNvPr>
          <p:cNvSpPr txBox="1"/>
          <p:nvPr/>
        </p:nvSpPr>
        <p:spPr>
          <a:xfrm>
            <a:off x="5797771" y="3234083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x = </a:t>
            </a:r>
            <a:r>
              <a:rPr lang="de-DE" sz="1000" dirty="0" err="1"/>
              <a:t>vt</a:t>
            </a:r>
            <a:endParaRPr lang="de-DE" sz="10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6C08ADF-610D-5C31-72C2-5AA6E8B971EA}"/>
              </a:ext>
            </a:extLst>
          </p:cNvPr>
          <p:cNvSpPr txBox="1"/>
          <p:nvPr/>
        </p:nvSpPr>
        <p:spPr>
          <a:xfrm>
            <a:off x="5830394" y="2556796"/>
            <a:ext cx="2263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t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1EA12C9F-32E7-7AC4-E915-176A1FB0FA4D}"/>
              </a:ext>
            </a:extLst>
          </p:cNvPr>
          <p:cNvCxnSpPr>
            <a:cxnSpLocks/>
          </p:cNvCxnSpPr>
          <p:nvPr/>
        </p:nvCxnSpPr>
        <p:spPr>
          <a:xfrm>
            <a:off x="6406001" y="2030175"/>
            <a:ext cx="764299" cy="1396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8">
            <a:extLst>
              <a:ext uri="{FF2B5EF4-FFF2-40B4-BE49-F238E27FC236}">
                <a16:creationId xmlns:a16="http://schemas.microsoft.com/office/drawing/2014/main" id="{8C94A1E4-ACBD-24C7-0591-F5A6BB6868A2}"/>
              </a:ext>
            </a:extLst>
          </p:cNvPr>
          <p:cNvCxnSpPr>
            <a:cxnSpLocks/>
          </p:cNvCxnSpPr>
          <p:nvPr/>
        </p:nvCxnSpPr>
        <p:spPr>
          <a:xfrm flipV="1">
            <a:off x="4979626" y="3426766"/>
            <a:ext cx="2666082" cy="97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89399AD2-53A8-6141-351B-656F889CEDED}"/>
              </a:ext>
            </a:extLst>
          </p:cNvPr>
          <p:cNvCxnSpPr>
            <a:cxnSpLocks/>
          </p:cNvCxnSpPr>
          <p:nvPr/>
        </p:nvCxnSpPr>
        <p:spPr>
          <a:xfrm flipV="1">
            <a:off x="4979626" y="2011586"/>
            <a:ext cx="2666082" cy="8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3641E771-36E4-0E08-7386-FCB07DD0C93E}"/>
              </a:ext>
            </a:extLst>
          </p:cNvPr>
          <p:cNvCxnSpPr/>
          <p:nvPr/>
        </p:nvCxnSpPr>
        <p:spPr>
          <a:xfrm>
            <a:off x="3426266" y="2011586"/>
            <a:ext cx="10796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63F505BA-A065-8C41-F628-5D56B01E91B1}"/>
              </a:ext>
            </a:extLst>
          </p:cNvPr>
          <p:cNvCxnSpPr/>
          <p:nvPr/>
        </p:nvCxnSpPr>
        <p:spPr>
          <a:xfrm>
            <a:off x="3426266" y="3430180"/>
            <a:ext cx="10796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AAAFE817-8565-4F41-5F92-CDC65DEEB94C}"/>
              </a:ext>
            </a:extLst>
          </p:cNvPr>
          <p:cNvCxnSpPr>
            <a:cxnSpLocks/>
          </p:cNvCxnSpPr>
          <p:nvPr/>
        </p:nvCxnSpPr>
        <p:spPr>
          <a:xfrm>
            <a:off x="3888974" y="2020424"/>
            <a:ext cx="0" cy="14063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85E1AF20-906B-B22C-DE92-2F1F459C3B4C}"/>
              </a:ext>
            </a:extLst>
          </p:cNvPr>
          <p:cNvSpPr txBox="1"/>
          <p:nvPr/>
        </p:nvSpPr>
        <p:spPr>
          <a:xfrm>
            <a:off x="3907132" y="2908197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L = 𝜏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BE131AB7-753B-F4A6-3A6A-06AA139BCE05}"/>
              </a:ext>
            </a:extLst>
          </p:cNvPr>
          <p:cNvSpPr txBox="1"/>
          <p:nvPr/>
        </p:nvSpPr>
        <p:spPr>
          <a:xfrm>
            <a:off x="5553070" y="3417015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0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A9453AB4-E57B-2F05-A265-E8D3826DA0E8}"/>
              </a:ext>
            </a:extLst>
          </p:cNvPr>
          <p:cNvSpPr txBox="1"/>
          <p:nvPr/>
        </p:nvSpPr>
        <p:spPr>
          <a:xfrm>
            <a:off x="6263763" y="3417015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B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EC4EAF9C-0C46-381D-75C8-AA2D37B63152}"/>
              </a:ext>
            </a:extLst>
          </p:cNvPr>
          <p:cNvSpPr txBox="1"/>
          <p:nvPr/>
        </p:nvSpPr>
        <p:spPr>
          <a:xfrm>
            <a:off x="6272843" y="1787399"/>
            <a:ext cx="260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4640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C4E9-31C0-CC10-698C-9EC8428A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feld 54">
            <a:extLst>
              <a:ext uri="{FF2B5EF4-FFF2-40B4-BE49-F238E27FC236}">
                <a16:creationId xmlns:a16="http://schemas.microsoft.com/office/drawing/2014/main" id="{4C42814E-E0CA-5066-438F-33375BAE4914}"/>
              </a:ext>
            </a:extLst>
          </p:cNvPr>
          <p:cNvSpPr txBox="1"/>
          <p:nvPr/>
        </p:nvSpPr>
        <p:spPr>
          <a:xfrm>
            <a:off x="2759720" y="3842959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P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972F0750-39F8-0A05-CA3A-6E620730DF18}"/>
              </a:ext>
            </a:extLst>
          </p:cNvPr>
          <p:cNvCxnSpPr>
            <a:cxnSpLocks/>
          </p:cNvCxnSpPr>
          <p:nvPr/>
        </p:nvCxnSpPr>
        <p:spPr>
          <a:xfrm>
            <a:off x="1773716" y="3429000"/>
            <a:ext cx="28974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A1C66BF7-3E20-5AE9-54D3-536A1504C78D}"/>
              </a:ext>
            </a:extLst>
          </p:cNvPr>
          <p:cNvCxnSpPr/>
          <p:nvPr/>
        </p:nvCxnSpPr>
        <p:spPr>
          <a:xfrm flipV="1">
            <a:off x="3194892" y="1035586"/>
            <a:ext cx="0" cy="3668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F0FEDB1-60BC-8F2C-298B-BF9D55AC6DDB}"/>
              </a:ext>
            </a:extLst>
          </p:cNvPr>
          <p:cNvCxnSpPr>
            <a:cxnSpLocks/>
          </p:cNvCxnSpPr>
          <p:nvPr/>
        </p:nvCxnSpPr>
        <p:spPr>
          <a:xfrm flipV="1">
            <a:off x="2710149" y="1035586"/>
            <a:ext cx="1475351" cy="3547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D7BFB122-5F59-FA27-4699-E74B17516096}"/>
              </a:ext>
            </a:extLst>
          </p:cNvPr>
          <p:cNvCxnSpPr/>
          <p:nvPr/>
        </p:nvCxnSpPr>
        <p:spPr>
          <a:xfrm flipH="1" flipV="1">
            <a:off x="2467778" y="3429000"/>
            <a:ext cx="727114" cy="7353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1DB70ABC-AD12-3F4F-C308-EE4E85E4151D}"/>
              </a:ext>
            </a:extLst>
          </p:cNvPr>
          <p:cNvCxnSpPr>
            <a:cxnSpLocks/>
          </p:cNvCxnSpPr>
          <p:nvPr/>
        </p:nvCxnSpPr>
        <p:spPr>
          <a:xfrm flipV="1">
            <a:off x="2467778" y="1509311"/>
            <a:ext cx="1949986" cy="1919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76A69F1B-48F0-5689-31C1-41B7A80DCB3F}"/>
              </a:ext>
            </a:extLst>
          </p:cNvPr>
          <p:cNvSpPr txBox="1"/>
          <p:nvPr/>
        </p:nvSpPr>
        <p:spPr>
          <a:xfrm>
            <a:off x="2962426" y="2578509"/>
            <a:ext cx="260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C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8463441-75FA-B1D0-D56A-8C7EB5FBEE2F}"/>
              </a:ext>
            </a:extLst>
          </p:cNvPr>
          <p:cNvSpPr txBox="1"/>
          <p:nvPr/>
        </p:nvSpPr>
        <p:spPr>
          <a:xfrm>
            <a:off x="3203112" y="3232354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0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7435BD3-9774-6E37-52AF-E3868B036943}"/>
              </a:ext>
            </a:extLst>
          </p:cNvPr>
          <p:cNvSpPr txBox="1"/>
          <p:nvPr/>
        </p:nvSpPr>
        <p:spPr>
          <a:xfrm>
            <a:off x="2268565" y="3232353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B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F951E5D-3CCE-5FEC-849A-319A784AAF81}"/>
              </a:ext>
            </a:extLst>
          </p:cNvPr>
          <p:cNvSpPr txBox="1"/>
          <p:nvPr/>
        </p:nvSpPr>
        <p:spPr>
          <a:xfrm>
            <a:off x="3496171" y="2039780"/>
            <a:ext cx="2792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Q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CC4BE64-48D1-41CE-512B-80783CCC82E1}"/>
              </a:ext>
            </a:extLst>
          </p:cNvPr>
          <p:cNvSpPr txBox="1"/>
          <p:nvPr/>
        </p:nvSpPr>
        <p:spPr>
          <a:xfrm>
            <a:off x="3314972" y="2936559"/>
            <a:ext cx="260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R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499713B-2088-9605-6666-798E069E5474}"/>
              </a:ext>
            </a:extLst>
          </p:cNvPr>
          <p:cNvSpPr txBox="1"/>
          <p:nvPr/>
        </p:nvSpPr>
        <p:spPr>
          <a:xfrm>
            <a:off x="3054964" y="788783"/>
            <a:ext cx="260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K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C65456A-D010-A716-FAEB-200966982B1E}"/>
              </a:ext>
            </a:extLst>
          </p:cNvPr>
          <p:cNvSpPr txBox="1"/>
          <p:nvPr/>
        </p:nvSpPr>
        <p:spPr>
          <a:xfrm>
            <a:off x="4079874" y="788783"/>
            <a:ext cx="3378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K‘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BE27ED2F-34FD-F03C-3912-67FD7A1F819E}"/>
              </a:ext>
            </a:extLst>
          </p:cNvPr>
          <p:cNvSpPr txBox="1"/>
          <p:nvPr/>
        </p:nvSpPr>
        <p:spPr>
          <a:xfrm>
            <a:off x="4356969" y="3232884"/>
            <a:ext cx="260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x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5D40C27-01AE-B15F-7948-1CD551840EAE}"/>
              </a:ext>
            </a:extLst>
          </p:cNvPr>
          <p:cNvSpPr txBox="1"/>
          <p:nvPr/>
        </p:nvSpPr>
        <p:spPr>
          <a:xfrm>
            <a:off x="3150623" y="4057866"/>
            <a:ext cx="260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A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9F44E8DE-0D0C-2FA5-23B6-EBE546AF6321}"/>
              </a:ext>
            </a:extLst>
          </p:cNvPr>
          <p:cNvSpPr txBox="1"/>
          <p:nvPr/>
        </p:nvSpPr>
        <p:spPr>
          <a:xfrm>
            <a:off x="3000004" y="1056111"/>
            <a:ext cx="260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EC1A220-CAA2-5FEB-4CC0-ACBE5D0F0610}"/>
              </a:ext>
            </a:extLst>
          </p:cNvPr>
          <p:cNvSpPr/>
          <p:nvPr/>
        </p:nvSpPr>
        <p:spPr>
          <a:xfrm>
            <a:off x="3326638" y="303432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367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Macintosh PowerPoint</Application>
  <PresentationFormat>Breitbild</PresentationFormat>
  <Paragraphs>24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 Siedersleben</dc:creator>
  <cp:lastModifiedBy>Johannes Siedersleben</cp:lastModifiedBy>
  <cp:revision>2</cp:revision>
  <dcterms:created xsi:type="dcterms:W3CDTF">2026-07-28T07:52:18Z</dcterms:created>
  <dcterms:modified xsi:type="dcterms:W3CDTF">2026-07-30T16:06:33Z</dcterms:modified>
</cp:coreProperties>
</file>